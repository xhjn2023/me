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1e63591c2284ef9" /><Relationship Type="http://schemas.openxmlformats.org/package/2006/relationships/metadata/core-properties" Target="/docProps/core.xml" Id="R6221febd6bdf40ee" /><Relationship Type="http://schemas.openxmlformats.org/officeDocument/2006/relationships/extended-properties" Target="/docProps/app.xml" Id="Rf7b2038d116a4a5f" /><Relationship Type="http://schemas.openxmlformats.org/officeDocument/2006/relationships/custom-properties" Target="/docProps/custom.xml" Id="Reea7365246d04d4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fc1e7f73bf6f4b30"/>
    <p:sldId id="257" r:id="R1ad1c8145faa4651"/>
    <p:sldId id="258" r:id="Rd9d8f588c7b94bb0"/>
    <p:sldId id="259" r:id="R5db9183cb9f54768"/>
    <p:sldId id="260" r:id="R8095899c0d714eea"/>
    <p:sldId id="261" r:id="Rc7c470c4e5cf4815"/>
    <p:sldId id="262" r:id="R30f39342bcf1489f"/>
    <p:sldId id="263" r:id="R78cec0d8292f46f7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fc1e7f73bf6f4b30" /><Relationship Type="http://schemas.openxmlformats.org/officeDocument/2006/relationships/slide" Target="/ppt/slides/slide2.xml" Id="R1ad1c8145faa4651" /><Relationship Type="http://schemas.openxmlformats.org/officeDocument/2006/relationships/slide" Target="/ppt/slides/slide3.xml" Id="Rd9d8f588c7b94bb0" /><Relationship Type="http://schemas.openxmlformats.org/officeDocument/2006/relationships/slide" Target="/ppt/slides/slide4.xml" Id="R5db9183cb9f54768" /><Relationship Type="http://schemas.openxmlformats.org/officeDocument/2006/relationships/slide" Target="/ppt/slides/slide5.xml" Id="R8095899c0d714eea" /><Relationship Type="http://schemas.openxmlformats.org/officeDocument/2006/relationships/slide" Target="/ppt/slides/slide6.xml" Id="Rc7c470c4e5cf4815" /><Relationship Type="http://schemas.openxmlformats.org/officeDocument/2006/relationships/slide" Target="/ppt/slides/slide7.xml" Id="R30f39342bcf1489f" /><Relationship Type="http://schemas.openxmlformats.org/officeDocument/2006/relationships/slide" Target="/ppt/slides/slide8.xml" Id="R78cec0d8292f46f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275d213b2d47a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f7656960c54b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af57fb33b049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15372ec97a48f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f5eaa0ada34220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11ef9a35a2d496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5698305ca45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0ee5b06104f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1bed8132e47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1e24ecdc34a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5d51df5cb4a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cbd52108f44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e72563c354c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1164efc6e420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360000" y="1080000"/>
            <a:ext cx="86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Microsoft YaHei"/>
                <a:ea typeface="Microsoft YaHei"/>
              </a:rPr>
              <a:t>Trae Work 教学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360000" y="1980000"/>
            <a:ext cx="86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E0D4FF"/>
                </a:solidFill>
                <a:latin typeface="Microsoft YaHei"/>
                <a:ea typeface="Microsoft YaHei"/>
              </a:rPr>
              <a:t>新一代 AI 智能工作台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2" name="TextBox 1"/>
          <p:cNvSpPr txBox="1"/>
          <p:nvPr/>
        </p:nvSpPr>
        <p:spPr>
          <a:xfrm xmlns:a="http://schemas.openxmlformats.org/drawingml/2006/main">
            <a:off x="360000" y="180000"/>
            <a:ext cx="792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8B5CF6"/>
                </a:solidFill>
                <a:latin typeface="Microsoft YaHei"/>
                <a:ea typeface="Microsoft YaHei"/>
              </a:rPr>
              <a:t>什么是 Trae Work</a:t>
            </a:r>
          </a:p>
        </p:txBody>
      </p:sp>
      <p:sp>
        <p:nvSpPr>
          <p:cNvPr id="100003" name="TextBox 2"/>
          <p:cNvSpPr txBox="1"/>
          <p:nvPr/>
        </p:nvSpPr>
        <p:spPr>
          <a:xfrm xmlns:a="http://schemas.openxmlformats.org/drawingml/2006/main">
            <a:off x="360000" y="792000"/>
            <a:ext cx="792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333333"/>
                </a:solidFill>
                <a:latin typeface="Microsoft YaHei"/>
                <a:ea typeface="Microsoft YaHei"/>
              </a:rPr>
              <a:t>Trae Work 是字节跳动推出的 AI 原生集成开发环境（IDE）</a:t>
            </a:r>
          </a:p>
          <a:p xmlns:a="http://schemas.openxmlformats.org/drawingml/2006/main">
            <a:pPr algn="l"/>
            <a:r>
              <a:rPr lang="en-US" sz="1400">
                <a:solidFill>
                  <a:srgbClr val="333333"/>
                </a:solidFill>
                <a:latin typeface="Microsoft YaHei"/>
                <a:ea typeface="Microsoft YaHei"/>
              </a:rPr>
              <a:t>专为 AI 工作流设计，深度融合 AI 能力到开发全流程</a:t>
            </a:r>
          </a:p>
        </p:txBody>
      </p:sp>
      <p:sp>
        <p:nvSpPr>
          <p:cNvPr id="100004" name="TextBox 3"/>
          <p:cNvSpPr txBox="1"/>
          <p:nvPr/>
        </p:nvSpPr>
        <p:spPr>
          <a:xfrm xmlns:a="http://schemas.openxmlformats.org/drawingml/2006/main">
            <a:off x="360000" y="1620000"/>
            <a:ext cx="79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19050">
            <a:solidFill>
              <a:srgbClr val="8B5C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AI 原生架构，非传统 IDE 改造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多 Agent 并行协作，高效完成复杂任务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丰富的 Skill 技能生态，扩展无限可能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MCP 协议连接外部工具和服务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飞书深度集成，办公开发一体化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5" name="TextBox 1"/>
          <p:cNvSpPr txBox="1"/>
          <p:nvPr/>
        </p:nvSpPr>
        <p:spPr>
          <a:xfrm xmlns:a="http://schemas.openxmlformats.org/drawingml/2006/main">
            <a:off x="360000" y="180000"/>
            <a:ext cx="792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8B5CF6"/>
                </a:solidFill>
                <a:latin typeface="Microsoft YaHei"/>
                <a:ea typeface="Microsoft YaHei"/>
              </a:rPr>
              <a:t>核心功能：多 Agent 协作</a:t>
            </a:r>
          </a:p>
        </p:txBody>
      </p:sp>
      <p:sp>
        <p:nvSpPr>
          <p:cNvPr id="100006" name="TextBox 2"/>
          <p:cNvSpPr txBox="1"/>
          <p:nvPr/>
        </p:nvSpPr>
        <p:spPr>
          <a:xfrm xmlns:a="http://schemas.openxmlformats.org/drawingml/2006/main">
            <a:off x="360000" y="792000"/>
            <a:ext cx="792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19050">
            <a:solidFill>
              <a:srgbClr val="8B5C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多 Agent 并行工作，同时处理不同任务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代码生成 Agent：快速生成代码框架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调试 Agent：智能分析并修复错误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优化 Agent：性能优化与代码重构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测试 Agent：自动生成测试用例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Agent 间自动协调，无需人工干预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7" name="TextBox 1"/>
          <p:cNvSpPr txBox="1"/>
          <p:nvPr/>
        </p:nvSpPr>
        <p:spPr>
          <a:xfrm xmlns:a="http://schemas.openxmlformats.org/drawingml/2006/main">
            <a:off x="360000" y="180000"/>
            <a:ext cx="792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8B5CF6"/>
                </a:solidFill>
                <a:latin typeface="Microsoft YaHei"/>
                <a:ea typeface="Microsoft YaHei"/>
              </a:rPr>
              <a:t>核心功能：Skill 技能系统</a:t>
            </a:r>
          </a:p>
        </p:txBody>
      </p:sp>
      <p:sp>
        <p:nvSpPr>
          <p:cNvPr id="100008" name="TextBox 2"/>
          <p:cNvSpPr txBox="1"/>
          <p:nvPr/>
        </p:nvSpPr>
        <p:spPr>
          <a:xfrm xmlns:a="http://schemas.openxmlformats.org/drawingml/2006/main">
            <a:off x="360000" y="792000"/>
            <a:ext cx="792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19050">
            <a:solidFill>
              <a:srgbClr val="8B5C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Skill 是可复用的 AI 能力模块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一键安装，零配置即可使用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涵盖代码、写作、数据分析、办公等场景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支持自定义开发和发布 Skill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社区共享，持续增长的生态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示例：AI 资讯、Git 提交、写作辅助等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9" name="TextBox 1"/>
          <p:cNvSpPr txBox="1"/>
          <p:nvPr/>
        </p:nvSpPr>
        <p:spPr>
          <a:xfrm xmlns:a="http://schemas.openxmlformats.org/drawingml/2006/main">
            <a:off x="360000" y="180000"/>
            <a:ext cx="792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8B5CF6"/>
                </a:solidFill>
                <a:latin typeface="Microsoft YaHei"/>
                <a:ea typeface="Microsoft YaHei"/>
              </a:rPr>
              <a:t>核心功能：MCP 工具生态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360000" y="792000"/>
            <a:ext cx="792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19050">
            <a:solidFill>
              <a:srgbClr val="8B5C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MCP（Model Context Protocol）连接外部工具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浏览器控制：自动化网页操作与测试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飞书集成：文档、表格、IM、日历等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数据库连接：直接查询 Supabase 等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文件系统：读写本地文件与项目目录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终端命令：执行 Shell 脚本与构建任务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1" name="TextBox 1"/>
          <p:cNvSpPr txBox="1"/>
          <p:nvPr/>
        </p:nvSpPr>
        <p:spPr>
          <a:xfrm xmlns:a="http://schemas.openxmlformats.org/drawingml/2006/main">
            <a:off x="360000" y="180000"/>
            <a:ext cx="792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8B5CF6"/>
                </a:solidFill>
                <a:latin typeface="Microsoft YaHei"/>
                <a:ea typeface="Microsoft YaHei"/>
              </a:rPr>
              <a:t>核心功能：飞书深度集成</a:t>
            </a:r>
          </a:p>
        </p:txBody>
      </p:sp>
      <p:sp>
        <p:nvSpPr>
          <p:cNvPr id="100012" name="TextBox 2"/>
          <p:cNvSpPr txBox="1"/>
          <p:nvPr/>
        </p:nvSpPr>
        <p:spPr>
          <a:xfrm xmlns:a="http://schemas.openxmlformats.org/drawingml/2006/main">
            <a:off x="360000" y="792000"/>
            <a:ext cx="792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19050">
            <a:solidFill>
              <a:srgbClr val="8B5C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飞书文档：读写和编辑云文档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飞书表格：操作电子表格数据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飞书日历：查看和创建日程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飞书 IM：收发消息，管理群聊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飞书审批：处理审批流程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飞书任务：创建和管理待办事项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飞书妙记：会议纪要整理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3" name="TextBox 1"/>
          <p:cNvSpPr txBox="1"/>
          <p:nvPr/>
        </p:nvSpPr>
        <p:spPr>
          <a:xfrm xmlns:a="http://schemas.openxmlformats.org/drawingml/2006/main">
            <a:off x="360000" y="180000"/>
            <a:ext cx="792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8B5CF6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100014" name="TextBox 2"/>
          <p:cNvSpPr txBox="1"/>
          <p:nvPr/>
        </p:nvSpPr>
        <p:spPr>
          <a:xfrm xmlns:a="http://schemas.openxmlformats.org/drawingml/2006/main">
            <a:off x="360000" y="792000"/>
            <a:ext cx="792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19050">
            <a:solidFill>
              <a:srgbClr val="8B5CF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日常开发：代码编写、调试、审查、部署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办公自动化：文档生成、数据处理、报表制作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学习研究：技术调研、知识整理、日报撰写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项目管理：任务跟踪、进度汇报、会议纪要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数据分析：SQL 查询、图表生成、趋势分析</a:t>
            </a:r>
          </a:p>
          <a:p xmlns:a="http://schemas.openxmlformats.org/drawingml/2006/main">
            <a:pPr algn="l"/>
            <a:r>
              <a:rPr lang="en-US" sz="1300">
                <a:solidFill>
                  <a:srgbClr val="444444"/>
                </a:solidFill>
                <a:latin typeface="Microsoft YaHei"/>
                <a:ea typeface="Microsoft YaHei"/>
              </a:rPr>
              <a:t>▸ 多工具联动：一条指令完成复杂跨系统任务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5" name="TextBox 1"/>
          <p:cNvSpPr txBox="1"/>
          <p:nvPr/>
        </p:nvSpPr>
        <p:spPr>
          <a:xfrm xmlns:a="http://schemas.openxmlformats.org/drawingml/2006/main">
            <a:off x="360000" y="540000"/>
            <a:ext cx="864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200" b="1">
                <a:solidFill>
                  <a:srgbClr val="FFFFFF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100016" name="TextBox 2"/>
          <p:cNvSpPr txBox="1"/>
          <p:nvPr/>
        </p:nvSpPr>
        <p:spPr>
          <a:xfrm xmlns:a="http://schemas.openxmlformats.org/drawingml/2006/main">
            <a:off x="360000" y="1368000"/>
            <a:ext cx="8640000" cy="25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Microsoft YaHei"/>
                <a:ea typeface="Microsoft YaHei"/>
              </a:rPr>
              <a:t>Trae Work 重新定义了 AI 时代的开发体验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Microsoft YaHei"/>
                <a:ea typeface="Microsoft YaHei"/>
              </a:rPr>
              <a:t/>
            </a:r>
          </a:p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Microsoft YaHei"/>
                <a:ea typeface="Microsoft YaHei"/>
              </a:rPr>
              <a:t>▸ AI 原生：从底层为 AI 设计，而非改造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Microsoft YaHei"/>
                <a:ea typeface="Microsoft YaHei"/>
              </a:rPr>
              <a:t>▸ 开放生态：Skill + MCP 组合无限扩展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Microsoft YaHei"/>
                <a:ea typeface="Microsoft YaHei"/>
              </a:rPr>
              <a:t>▸ 效率革命：多 Agent 并行，大幅提升效率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Microsoft YaHei"/>
                <a:ea typeface="Microsoft YaHei"/>
              </a:rPr>
              <a:t>▸ 办公融合：飞书集成，工作流无缝衔接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Microsoft YaHei"/>
                <a:ea typeface="Microsoft YaHei"/>
              </a:rPr>
              <a:t/>
            </a:r>
          </a:p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Microsoft YaHei"/>
                <a:ea typeface="Microsoft YaHei"/>
              </a:rPr>
              <a:t>立即体验，让 AI 成为你的超级工作伙伴！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2026-08-08T00:09:56Z</dcterms:created>
  <cp:lastModifiedBy>OfficeCLI</cp:lastModifiedBy>
  <dcterms:modified xsi:type="dcterms:W3CDTF">2026-08-08T00:09:56Z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2026-08-08T00:13:09Z</vt:lpwstr>
  </op:property>
</op:Properties>
</file>