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c53e504095a4999" /><Relationship Type="http://schemas.openxmlformats.org/package/2006/relationships/metadata/core-properties" Target="/docProps/core.xml" Id="R5b36c84fe89d4ece" /><Relationship Type="http://schemas.openxmlformats.org/officeDocument/2006/relationships/extended-properties" Target="/docProps/app.xml" Id="R3387302689644336" /><Relationship Type="http://schemas.openxmlformats.org/officeDocument/2006/relationships/custom-properties" Target="/docProps/custom.xml" Id="R91ff42ede0d9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1a7b6eb0f47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75634e82149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446017b1240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f1939c0534a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3fd8cc95d4ae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a8fc384f314430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2026-08-08T00:05:21Z</dcterms:created>
  <cp:lastModifiedBy>OfficeCLI</cp:lastModifiedBy>
  <dcterms:modified xsi:type="dcterms:W3CDTF">2026-08-08T00:05:21Z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2026-08-08T00:05:21Z</vt:lpwstr>
  </op:property>
</op:Properties>
</file>